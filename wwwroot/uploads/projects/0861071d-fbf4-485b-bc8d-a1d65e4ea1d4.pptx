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3" r:id="rId1"/>
  </p:sldMasterIdLst>
  <p:notesMasterIdLst>
    <p:notesMasterId r:id="rId10"/>
  </p:notesMasterIdLst>
  <p:sldIdLst>
    <p:sldId id="263" r:id="rId2"/>
    <p:sldId id="257" r:id="rId3"/>
    <p:sldId id="256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34174E-354A-46B6-A6AB-64DC7D294BAA}" type="datetimeFigureOut">
              <a:rPr lang="en-US" smtClean="0"/>
              <a:t>01-Oct-25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D6D3B-7DCA-4533-BAAC-D031005E7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353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54858-11FD-4448-8355-CBB9FDD690C2}" type="datetime1">
              <a:rPr lang="en-US" smtClean="0"/>
              <a:t>01-Oct-25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17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7371-1DC2-4B44-9DF1-207D0897AA43}" type="datetime1">
              <a:rPr lang="en-US" smtClean="0"/>
              <a:t>01-Oct-25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891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21A5-DCC7-4B67-ABEB-2954688A8576}" type="datetime1">
              <a:rPr lang="en-US" smtClean="0"/>
              <a:t>01-Oct-25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644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756C5-9A26-402E-A040-24BF977FDE12}" type="datetime1">
              <a:rPr lang="en-US" smtClean="0"/>
              <a:t>01-Oct-25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92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B344-9767-4646-B45D-80BF8B7E47A7}" type="datetime1">
              <a:rPr lang="en-US" smtClean="0"/>
              <a:t>01-Oct-25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14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CAEF-E27A-43F4-8DD7-14944B788005}" type="datetime1">
              <a:rPr lang="en-US" smtClean="0"/>
              <a:t>01-Oct-25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85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71DB8-55AD-497E-A022-FA02EF2F28EF}" type="datetime1">
              <a:rPr lang="en-US" smtClean="0"/>
              <a:t>01-Oct-25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3025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10A54-F2D3-4FAA-AA95-625688EF07E0}" type="datetime1">
              <a:rPr lang="en-US" smtClean="0"/>
              <a:t>01-Oct-25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488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6C27-532D-482F-B0E5-D7149141748C}" type="datetime1">
              <a:rPr lang="en-US" smtClean="0"/>
              <a:t>01-Oct-25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914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2BCBC-FA17-42AA-9A0C-749228825828}" type="datetime1">
              <a:rPr lang="en-US" smtClean="0"/>
              <a:t>01-Oct-25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5863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6B258-8E3E-4E79-8C34-788B4C635997}" type="datetime1">
              <a:rPr lang="en-US" smtClean="0"/>
              <a:t>01-Oct-25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0050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2921-4ACD-4DF4-85E1-B7979BB15548}" type="datetime1">
              <a:rPr lang="en-US" smtClean="0"/>
              <a:t>01-Oct-25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327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FCBE3-B72C-4916-B39A-86875907A3F3}" type="datetime1">
              <a:rPr lang="en-US" smtClean="0"/>
              <a:t>01-Oct-25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1297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72FA4-6BD1-4E9D-A839-1B5FB9D77244}" type="datetime1">
              <a:rPr lang="en-US" smtClean="0"/>
              <a:t>01-Oct-25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74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3418-66E5-407B-8F39-A16CF675BEFB}" type="datetime1">
              <a:rPr lang="en-US" smtClean="0"/>
              <a:t>01-Oct-25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61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5322-71A4-42E5-8975-E19D24525CC6}" type="datetime1">
              <a:rPr lang="en-US" smtClean="0"/>
              <a:t>01-Oct-25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240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1EF7A-3FC8-42A3-85D6-560D86C33638}" type="datetime1">
              <a:rPr lang="en-US" smtClean="0"/>
              <a:t>01-Oct-25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08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</p:sldLayoutIdLst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78F8F-02C4-41D2-A158-0C55CECE7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0594" y="2138892"/>
            <a:ext cx="5826719" cy="1646302"/>
          </a:xfrm>
        </p:spPr>
        <p:txBody>
          <a:bodyPr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Project Information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7BD6B-2B07-4A44-89C9-6FD70A5F3D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D.I.S Technology Co,. Ltd</a:t>
            </a:r>
            <a:endParaRPr lang="en-US" sz="28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5C1AD-CBAA-4173-AE59-2BA1D7D8EE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7103" y="6041363"/>
            <a:ext cx="1331709" cy="365125"/>
          </a:xfrm>
        </p:spPr>
        <p:txBody>
          <a:bodyPr/>
          <a:lstStyle/>
          <a:p>
            <a:pPr algn="ctr"/>
            <a:fld id="{8D661BD0-DFA4-41BA-B173-9FDAA1F6FD3E}" type="datetime1">
              <a:rPr lang="en-US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01-Oct-25</a:t>
            </a:fld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0799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Vision for the System 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place for everything internship-related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Helping students gain real-world experience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teachers’ work simpler and more effective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Strengthening teamwork between students, teachers, and companies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paperwork, more focus on learning and success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119963A-F589-4B19-827C-A5EEBFF97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This System Brings 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 hub to manage all internship projects with ease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build profiles, create projects, and form teams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can guide, review, and support students efficiently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with OTP to keep everything safe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smoothly on both desktop and mobile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80754EF-8A52-45BD-A25B-CA4B40C3B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Portal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You Even Log In… 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Page: A warm welcome and easy navigation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Dashboard: Key stats and system overview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Ideas: Explore approved projects for inspiration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Companies: Discover opportunities by city or domain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FAQ: Quick answers without needing support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Login: Step into your personalized dashboard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FC8B52-C77B-4015-A59A-F16670D9A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Student Journey 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with Roll No &amp; Email (OTP verification)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check → Leader or Member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 Dashboard → Create project, manage team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Dashboard → View-only access to project details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 adds members, finalizes project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submitted → status updated to Pending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Everyone can track progress together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43B1FF-C550-4DFB-809A-3B4AAFBCE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Teachers Shape the Process 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securely with institutional account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shows pending projects &amp; announcements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important announcements (one active at a time)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 or Reject projects with feedback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students &amp; their records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Add/manage internship companies (future scope)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personal profile &amp; password anytime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5991B84-2E80-493B-A6C2-0B93A2C3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System Helps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hub for students, teachers &amp; companies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communication &amp; smooth collaboration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time, reduces manual errors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Secure, easy-to-access data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overall internship experience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E685909-8ED1-4A54-B791-48AA923FF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to Keep in Mind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nternet connection is required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training/setup may be needed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delays could affect students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DD259C6-9EC3-46A1-8C95-33AE639AB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80656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</TotalTime>
  <Words>337</Words>
  <Application>Microsoft Office PowerPoint</Application>
  <PresentationFormat>On-screen Show (4:3)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Times New Roman</vt:lpstr>
      <vt:lpstr>Trebuchet MS</vt:lpstr>
      <vt:lpstr>Wingdings 3</vt:lpstr>
      <vt:lpstr>Facet</vt:lpstr>
      <vt:lpstr>Internship Project Information System</vt:lpstr>
      <vt:lpstr>Objectives</vt:lpstr>
      <vt:lpstr>Project Scope</vt:lpstr>
      <vt:lpstr>Public Portal Workflow</vt:lpstr>
      <vt:lpstr>Student Workflow</vt:lpstr>
      <vt:lpstr>Teacher Workflow</vt:lpstr>
      <vt:lpstr>Advantages</vt:lpstr>
      <vt:lpstr>Disadvantages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Scope</dc:title>
  <dc:subject/>
  <dc:creator/>
  <cp:keywords/>
  <dc:description>generated using python-pptx</dc:description>
  <cp:lastModifiedBy>Cho Yee Mon Hlwar</cp:lastModifiedBy>
  <cp:revision>12</cp:revision>
  <dcterms:created xsi:type="dcterms:W3CDTF">2013-01-27T09:14:16Z</dcterms:created>
  <dcterms:modified xsi:type="dcterms:W3CDTF">2025-10-01T05:51:26Z</dcterms:modified>
  <cp:category/>
</cp:coreProperties>
</file>